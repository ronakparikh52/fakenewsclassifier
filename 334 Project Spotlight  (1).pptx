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d41b44e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d41b44e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News Detection Using ML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Ronak Parikh and Ethan Park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311700" y="393600"/>
            <a:ext cx="8520600" cy="43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0000"/>
                </a:solidFill>
              </a:rPr>
              <a:t>Overview + Motivation</a:t>
            </a:r>
            <a:endParaRPr b="1" sz="3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500">
                <a:solidFill>
                  <a:srgbClr val="000000"/>
                </a:solidFill>
              </a:rPr>
              <a:t>Detect false news by classifying news articles as real or fake using ml models</a:t>
            </a:r>
            <a:endParaRPr sz="2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500">
                <a:solidFill>
                  <a:srgbClr val="000000"/>
                </a:solidFill>
              </a:rPr>
              <a:t>Help people by reducing false information from </a:t>
            </a:r>
            <a:r>
              <a:rPr lang="en" sz="2500">
                <a:solidFill>
                  <a:srgbClr val="000000"/>
                </a:solidFill>
              </a:rPr>
              <a:t>everyday</a:t>
            </a:r>
            <a:r>
              <a:rPr lang="en" sz="2500">
                <a:solidFill>
                  <a:srgbClr val="000000"/>
                </a:solidFill>
              </a:rPr>
              <a:t> life</a:t>
            </a:r>
            <a:endParaRPr b="1"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0000"/>
                </a:solidFill>
              </a:rPr>
              <a:t>Dataset </a:t>
            </a:r>
            <a:r>
              <a:rPr lang="en" sz="2500">
                <a:solidFill>
                  <a:srgbClr val="000000"/>
                </a:solidFill>
              </a:rPr>
              <a:t>WELFake (72k articles: 35k real / 37k fake; includes titles, bodies, metadata)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0000"/>
                </a:solidFill>
              </a:rPr>
              <a:t>Methodology</a:t>
            </a:r>
            <a:r>
              <a:rPr lang="en" sz="3500">
                <a:solidFill>
                  <a:srgbClr val="000000"/>
                </a:solidFill>
              </a:rPr>
              <a:t> </a:t>
            </a:r>
            <a:endParaRPr sz="3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500">
                <a:solidFill>
                  <a:srgbClr val="000000"/>
                </a:solidFill>
              </a:rPr>
              <a:t>Preprocessing:</a:t>
            </a:r>
            <a:r>
              <a:rPr lang="en" sz="2500">
                <a:solidFill>
                  <a:srgbClr val="000000"/>
                </a:solidFill>
              </a:rPr>
              <a:t> Clean + lemmatize text; Tokenization &amp; vectorization; Article Metadata; Class imbalance &amp; Sampling</a:t>
            </a:r>
            <a:endParaRPr sz="2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500">
                <a:solidFill>
                  <a:srgbClr val="000000"/>
                </a:solidFill>
              </a:rPr>
              <a:t>Features:</a:t>
            </a:r>
            <a:r>
              <a:rPr lang="en" sz="2500">
                <a:solidFill>
                  <a:srgbClr val="000000"/>
                </a:solidFill>
              </a:rPr>
              <a:t> Generated TF-IDF vectors (≈30k–50k terms) and BERT embeddings (768-dim dense vectors), possibly added metadata such as article length, publish date, and source credibility score.</a:t>
            </a:r>
            <a:endParaRPr sz="2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500">
                <a:solidFill>
                  <a:srgbClr val="000000"/>
                </a:solidFill>
              </a:rPr>
              <a:t>Models:</a:t>
            </a:r>
            <a:r>
              <a:rPr lang="en" sz="2500">
                <a:solidFill>
                  <a:srgbClr val="000000"/>
                </a:solidFill>
              </a:rPr>
              <a:t> Train Logistic Regression and Random Forest on TF-IDF; fine-tune BERT on combined title + body text; build ensemble model stacking shallow + deep outputs.</a:t>
            </a:r>
            <a:endParaRPr sz="2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500">
                <a:solidFill>
                  <a:srgbClr val="000000"/>
                </a:solidFill>
              </a:rPr>
              <a:t>Explainability:</a:t>
            </a:r>
            <a:r>
              <a:rPr lang="en" sz="2500">
                <a:solidFill>
                  <a:srgbClr val="000000"/>
                </a:solidFill>
              </a:rPr>
              <a:t> Use SHAP and LIME to identify top predictive words and metadata features, revealing model biases or spurious correlations.</a:t>
            </a:r>
            <a:endParaRPr sz="2500">
              <a:solidFill>
                <a:srgbClr val="000000"/>
              </a:solidFill>
            </a:endParaRPr>
          </a:p>
          <a:p>
            <a:pPr indent="-30400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500">
                <a:solidFill>
                  <a:srgbClr val="000000"/>
                </a:solidFill>
              </a:rPr>
              <a:t>Evaluation:</a:t>
            </a:r>
            <a:r>
              <a:rPr lang="en" sz="2500">
                <a:solidFill>
                  <a:srgbClr val="000000"/>
                </a:solidFill>
              </a:rPr>
              <a:t> 80/20 train-test split with 5-fold cross-validation; metrics: Accuracy, Precision, Recall, F1, ROC-AUC; emphasized high Recall for fake-news detection.</a:t>
            </a:r>
            <a:endParaRPr sz="17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